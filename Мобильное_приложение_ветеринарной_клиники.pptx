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6429" y="2404534"/>
            <a:ext cx="8457574" cy="1646302"/>
          </a:xfrm>
        </p:spPr>
        <p:txBody>
          <a:bodyPr/>
          <a:lstStyle/>
          <a:p>
            <a:r>
              <a:rPr lang="ru-RU" sz="4400" dirty="0"/>
              <a:t>Мобильное приложение </a:t>
            </a:r>
            <a:r>
              <a:rPr lang="ru-RU" sz="4400"/>
              <a:t>ветеринарной </a:t>
            </a:r>
            <a:r>
              <a:rPr lang="ru-RU" sz="4400" smtClean="0"/>
              <a:t>клиники</a:t>
            </a:r>
            <a:endParaRPr lang="bin-NG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in-NG"/>
          </a:p>
        </p:txBody>
      </p:sp>
    </p:spTree>
    <p:extLst>
      <p:ext uri="{BB962C8B-B14F-4D97-AF65-F5344CB8AC3E}">
        <p14:creationId xmlns:p14="http://schemas.microsoft.com/office/powerpoint/2010/main" val="86979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  <a:endParaRPr lang="bin-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</a:t>
            </a:r>
            <a:r>
              <a:rPr lang="ru-RU" sz="2400" dirty="0"/>
              <a:t>Проблема</a:t>
            </a:r>
            <a:endParaRPr lang="en-US" sz="2400" dirty="0"/>
          </a:p>
          <a:p>
            <a:r>
              <a:rPr lang="ru-RU" sz="2400" dirty="0"/>
              <a:t>2. Цель</a:t>
            </a:r>
          </a:p>
          <a:p>
            <a:r>
              <a:rPr lang="ru-RU" sz="2400" dirty="0"/>
              <a:t>3. Задачи</a:t>
            </a:r>
          </a:p>
          <a:p>
            <a:r>
              <a:rPr lang="ru-RU" sz="2400" dirty="0"/>
              <a:t>4. Описание приложения</a:t>
            </a:r>
          </a:p>
          <a:p>
            <a:r>
              <a:rPr lang="ru-RU" sz="2400" dirty="0"/>
              <a:t>5. Анализ существующих решений</a:t>
            </a:r>
          </a:p>
          <a:p>
            <a:r>
              <a:rPr lang="ru-RU" sz="2400" dirty="0"/>
              <a:t>6. Технологический стек для написания </a:t>
            </a:r>
            <a:r>
              <a:rPr lang="ru-RU" sz="2400" dirty="0" smtClean="0"/>
              <a:t>приложения</a:t>
            </a:r>
            <a:endParaRPr lang="en-US" sz="2400" dirty="0" smtClean="0"/>
          </a:p>
          <a:p>
            <a:r>
              <a:rPr lang="en-US" sz="2400" dirty="0" smtClean="0"/>
              <a:t>7. </a:t>
            </a:r>
            <a:r>
              <a:rPr lang="ru-RU" sz="2400" dirty="0" smtClean="0"/>
              <a:t>Вывод</a:t>
            </a:r>
            <a:endParaRPr lang="bin-NG" sz="2400" dirty="0"/>
          </a:p>
        </p:txBody>
      </p:sp>
    </p:spTree>
    <p:extLst>
      <p:ext uri="{BB962C8B-B14F-4D97-AF65-F5344CB8AC3E}">
        <p14:creationId xmlns:p14="http://schemas.microsoft.com/office/powerpoint/2010/main" val="180107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  <a:endParaRPr lang="bin-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24084"/>
            <a:ext cx="8596668" cy="4417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Во многих ветеринарных клиниках отсутствуют удобные цифровые сервисы для взаимодействия с клиентами. Владельцы животных сталкиваются с трудностями при записи на приём, отслеживании истории здоровья питомцев и получении консультаций.</a:t>
            </a:r>
            <a:endParaRPr lang="bin-NG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0D4D3A-6B00-45DF-AB7A-CF06A3FB5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3649670"/>
            <a:ext cx="8596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/>
              <a:t>Разработка мобильного приложения позволяет автоматизировать основные процессы: запись на приём, хранение данных о питомцах и коммуникацию между владельцем, ветеринаром и администратором.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583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  <a:endParaRPr lang="bin-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Разработать мобильное приложение для ветеринарной клиники, обеспечивающее удобную запись на приём, хранение информации о питомцах и взаимодействие между владельцем животного, ветеринаром и администратором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Упростить </a:t>
            </a:r>
            <a:r>
              <a:rPr lang="ru-RU" sz="2400" dirty="0"/>
              <a:t>и </a:t>
            </a:r>
            <a:r>
              <a:rPr lang="ru-RU" sz="2400" dirty="0" smtClean="0"/>
              <a:t>ускорить работу </a:t>
            </a:r>
            <a:r>
              <a:rPr lang="ru-RU" sz="2400" dirty="0"/>
              <a:t>клиники, а также повышение доступности ветеринарных услуг для клиентов.</a:t>
            </a:r>
            <a:endParaRPr lang="bin-NG" sz="2400" dirty="0"/>
          </a:p>
        </p:txBody>
      </p:sp>
    </p:spTree>
    <p:extLst>
      <p:ext uri="{BB962C8B-B14F-4D97-AF65-F5344CB8AC3E}">
        <p14:creationId xmlns:p14="http://schemas.microsoft.com/office/powerpoint/2010/main" val="900722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  <a:endParaRPr lang="bin-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46228"/>
          </a:xfrm>
        </p:spPr>
        <p:txBody>
          <a:bodyPr>
            <a:normAutofit/>
          </a:bodyPr>
          <a:lstStyle/>
          <a:p>
            <a:r>
              <a:rPr lang="ru-RU" sz="2400" dirty="0"/>
              <a:t>1. Реализовать регистрацию и авторизацию пользователей с разделением ролей: владелец животного, ветеринар, администратор.</a:t>
            </a:r>
          </a:p>
          <a:p>
            <a:r>
              <a:rPr lang="ru-RU" sz="2400" dirty="0"/>
              <a:t>2. Создать функционал для ведения профиля питомца и история его здоровья.</a:t>
            </a:r>
          </a:p>
          <a:p>
            <a:r>
              <a:rPr lang="ru-RU" sz="2400" dirty="0" smtClean="0"/>
              <a:t>3. Реализовать </a:t>
            </a:r>
            <a:r>
              <a:rPr lang="ru-RU" sz="2400" dirty="0"/>
              <a:t>систему записи на приём и управления расписанием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4</a:t>
            </a:r>
            <a:r>
              <a:rPr lang="ru-RU" sz="2400" dirty="0"/>
              <a:t>. </a:t>
            </a:r>
            <a:r>
              <a:rPr lang="ru-RU" sz="2400" dirty="0" smtClean="0"/>
              <a:t>Реализовать чат</a:t>
            </a:r>
            <a:endParaRPr lang="ru-RU" sz="2400" dirty="0"/>
          </a:p>
          <a:p>
            <a:r>
              <a:rPr lang="ru-RU" sz="2400" dirty="0"/>
              <a:t>5. Обеспечить администратору возможность управления пользователями</a:t>
            </a:r>
            <a:r>
              <a:rPr lang="en-US" sz="2400" dirty="0"/>
              <a:t> </a:t>
            </a:r>
            <a:r>
              <a:rPr lang="ru-RU" sz="2400" dirty="0"/>
              <a:t>и расписанием.</a:t>
            </a:r>
          </a:p>
          <a:p>
            <a:endParaRPr lang="bin-NG" sz="2400" dirty="0"/>
          </a:p>
        </p:txBody>
      </p:sp>
    </p:spTree>
    <p:extLst>
      <p:ext uri="{BB962C8B-B14F-4D97-AF65-F5344CB8AC3E}">
        <p14:creationId xmlns:p14="http://schemas.microsoft.com/office/powerpoint/2010/main" val="239533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приложения</a:t>
            </a:r>
            <a:endParaRPr lang="bin-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B51CD6-1649-4A65-A5F8-ACFED9FC5B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946813"/>
            <a:ext cx="819371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Приложение будет позволять владельцам животных записываться на приём в ветеринарную клинику, вести карточки питомцев и 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использовать чат для</a:t>
            </a:r>
            <a:r>
              <a:rPr kumimoji="0" lang="ru-RU" altLang="ru-RU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решения вопросов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Ветеринары смогут просматривать список пациентов, вести историю 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лечения.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Администраторы управляют пользователями, расписанием клиники.</a:t>
            </a:r>
          </a:p>
        </p:txBody>
      </p:sp>
    </p:spTree>
    <p:extLst>
      <p:ext uri="{BB962C8B-B14F-4D97-AF65-F5344CB8AC3E}">
        <p14:creationId xmlns:p14="http://schemas.microsoft.com/office/powerpoint/2010/main" val="784884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существующих решений</a:t>
            </a:r>
            <a:endParaRPr lang="bin-NG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F78499D-BBD7-4608-BC1A-F44E6C94A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96" y="1459163"/>
            <a:ext cx="890546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cs typeface="Arial" panose="020B0604020202020204" pitchFamily="34" charset="0"/>
              </a:rPr>
              <a:t>Существующее приложение для владельцев животных, такое как </a:t>
            </a:r>
            <a:r>
              <a:rPr lang="en-US" sz="2400" dirty="0" err="1">
                <a:cs typeface="Arial" panose="020B0604020202020204" pitchFamily="34" charset="0"/>
              </a:rPr>
              <a:t>PetDesk</a:t>
            </a:r>
            <a:r>
              <a:rPr lang="en-US" sz="2400" dirty="0">
                <a:cs typeface="Arial" panose="020B0604020202020204" pitchFamily="34" charset="0"/>
              </a:rPr>
              <a:t>,</a:t>
            </a:r>
            <a:r>
              <a:rPr lang="ru-RU" sz="2400" dirty="0">
                <a:cs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предлагают функции записи на приём и хранения информации о питомцах. 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r>
              <a:rPr lang="ru-RU" sz="2400" dirty="0"/>
              <a:t>Однако большинство аналогов:</a:t>
            </a:r>
          </a:p>
          <a:p>
            <a:r>
              <a:rPr lang="ru-RU" sz="2400" dirty="0" smtClean="0"/>
              <a:t>- не </a:t>
            </a:r>
            <a:r>
              <a:rPr lang="ru-RU" sz="2400" dirty="0"/>
              <a:t>имеют чёткого разделения ролей пользователей;</a:t>
            </a:r>
          </a:p>
          <a:p>
            <a:r>
              <a:rPr lang="ru-RU" sz="2400" dirty="0" smtClean="0"/>
              <a:t>- не </a:t>
            </a:r>
            <a:r>
              <a:rPr lang="ru-RU" sz="2400" dirty="0"/>
              <a:t>предоставляют единого интерфейса для администратора клиники;</a:t>
            </a:r>
          </a:p>
          <a:p>
            <a:r>
              <a:rPr lang="ru-RU" sz="2400" dirty="0" smtClean="0"/>
              <a:t>- ограничены </a:t>
            </a:r>
            <a:r>
              <a:rPr lang="ru-RU" sz="2400" dirty="0"/>
              <a:t>в возможностях взаимодействия между участниками процесса.</a:t>
            </a:r>
          </a:p>
          <a:p>
            <a:r>
              <a:rPr lang="ru-RU" sz="2400" dirty="0"/>
              <a:t>Приложение </a:t>
            </a:r>
            <a:r>
              <a:rPr lang="ru-RU" sz="2400" b="1" dirty="0" err="1"/>
              <a:t>VetCare</a:t>
            </a:r>
            <a:r>
              <a:rPr lang="ru-RU" sz="2400" dirty="0"/>
              <a:t> объединяет функции записи, управления питомцами и коммуникации в одном мобильном решении, ориентированном именно на внутреннюю работу ветеринарной клиники.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2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DC813-0827-4442-BF79-16361D70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Технологический стек для написания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3D8929-25CB-4160-8AF8-1643D8195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cs typeface="Arial" panose="020B0604020202020204" pitchFamily="34" charset="0"/>
              </a:rPr>
              <a:t>Язык разработки: </a:t>
            </a:r>
            <a:r>
              <a:rPr lang="en-US" sz="2400" dirty="0" err="1" smtClean="0">
                <a:cs typeface="Arial" panose="020B0604020202020204" pitchFamily="34" charset="0"/>
              </a:rPr>
              <a:t>Kotlin</a:t>
            </a:r>
            <a:endParaRPr lang="ru-RU" sz="2400" dirty="0" smtClean="0">
              <a:cs typeface="Arial" panose="020B0604020202020204" pitchFamily="34" charset="0"/>
            </a:endParaRPr>
          </a:p>
          <a:p>
            <a:r>
              <a:rPr lang="ru-RU" sz="2400" dirty="0" smtClean="0">
                <a:cs typeface="Arial" panose="020B0604020202020204" pitchFamily="34" charset="0"/>
              </a:rPr>
              <a:t>Платформа: </a:t>
            </a:r>
            <a:r>
              <a:rPr lang="en-US" sz="2400" dirty="0" smtClean="0">
                <a:cs typeface="Arial" panose="020B0604020202020204" pitchFamily="34" charset="0"/>
              </a:rPr>
              <a:t>Android</a:t>
            </a:r>
            <a:endParaRPr lang="en-US" sz="2400" dirty="0" smtClean="0">
              <a:cs typeface="Arial" panose="020B0604020202020204" pitchFamily="34" charset="0"/>
            </a:endParaRPr>
          </a:p>
          <a:p>
            <a:r>
              <a:rPr lang="ru-RU" sz="2400" dirty="0" smtClean="0">
                <a:cs typeface="Arial" panose="020B0604020202020204" pitchFamily="34" charset="0"/>
              </a:rPr>
              <a:t>База данных: </a:t>
            </a:r>
            <a:r>
              <a:rPr lang="en-US" sz="2400" dirty="0" smtClean="0">
                <a:cs typeface="Arial" panose="020B0604020202020204" pitchFamily="34" charset="0"/>
              </a:rPr>
              <a:t>Firebase </a:t>
            </a:r>
            <a:r>
              <a:rPr lang="en-US" sz="2400" dirty="0" err="1" smtClean="0">
                <a:cs typeface="Arial" panose="020B0604020202020204" pitchFamily="34" charset="0"/>
              </a:rPr>
              <a:t>Firestore</a:t>
            </a:r>
            <a:r>
              <a:rPr lang="en-US" sz="2400" dirty="0" smtClean="0">
                <a:cs typeface="Arial" panose="020B0604020202020204" pitchFamily="34" charset="0"/>
              </a:rPr>
              <a:t> </a:t>
            </a:r>
          </a:p>
          <a:p>
            <a:r>
              <a:rPr lang="ru-RU" sz="2400" dirty="0" smtClean="0">
                <a:cs typeface="Arial" panose="020B0604020202020204" pitchFamily="34" charset="0"/>
              </a:rPr>
              <a:t>Аутентификация: </a:t>
            </a:r>
            <a:r>
              <a:rPr lang="en-US" sz="2400" dirty="0" smtClean="0">
                <a:cs typeface="Arial" panose="020B0604020202020204" pitchFamily="34" charset="0"/>
              </a:rPr>
              <a:t>Firebase </a:t>
            </a:r>
            <a:r>
              <a:rPr lang="en-US" sz="2400" dirty="0" err="1" smtClean="0">
                <a:cs typeface="Arial" panose="020B0604020202020204" pitchFamily="34" charset="0"/>
              </a:rPr>
              <a:t>Authentification</a:t>
            </a:r>
            <a:endParaRPr lang="en-US" sz="2400" dirty="0">
              <a:cs typeface="Arial" panose="020B0604020202020204" pitchFamily="34" charset="0"/>
            </a:endParaRPr>
          </a:p>
          <a:p>
            <a:r>
              <a:rPr lang="ru-RU" sz="2400" dirty="0" smtClean="0">
                <a:cs typeface="Arial" panose="020B0604020202020204" pitchFamily="34" charset="0"/>
              </a:rPr>
              <a:t>Пользовательский интерфейс: </a:t>
            </a:r>
            <a:r>
              <a:rPr lang="en-US" sz="2400" dirty="0" smtClean="0">
                <a:cs typeface="Arial" panose="020B0604020202020204" pitchFamily="34" charset="0"/>
              </a:rPr>
              <a:t>XML Layouts</a:t>
            </a:r>
          </a:p>
          <a:p>
            <a:r>
              <a:rPr lang="ru-RU" sz="2400" dirty="0" smtClean="0">
                <a:cs typeface="Arial" panose="020B0604020202020204" pitchFamily="34" charset="0"/>
              </a:rPr>
              <a:t>Архитектура: разделение логики и пользовательского интерфейса (</a:t>
            </a:r>
            <a:r>
              <a:rPr lang="en-US" sz="2400" dirty="0" smtClean="0">
                <a:cs typeface="Arial" panose="020B0604020202020204" pitchFamily="34" charset="0"/>
              </a:rPr>
              <a:t>Fragment + Activity</a:t>
            </a:r>
            <a:r>
              <a:rPr lang="ru-RU" sz="2400" dirty="0" smtClean="0">
                <a:cs typeface="Arial" panose="020B0604020202020204" pitchFamily="34" charset="0"/>
              </a:rPr>
              <a:t>)</a:t>
            </a:r>
            <a:endParaRPr lang="en-US" sz="2400" dirty="0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237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Приложение упрощает работу клиники, снижает нагрузку на персонал и повышает удобство для владельцев животных. Использование современных технологий </a:t>
            </a:r>
            <a:r>
              <a:rPr lang="ru-RU" sz="2400" dirty="0" err="1"/>
              <a:t>Android</a:t>
            </a:r>
            <a:r>
              <a:rPr lang="ru-RU" sz="2400" dirty="0"/>
              <a:t> и </a:t>
            </a:r>
            <a:r>
              <a:rPr lang="ru-RU" sz="2400" dirty="0" err="1"/>
              <a:t>Firebase</a:t>
            </a:r>
            <a:r>
              <a:rPr lang="ru-RU" sz="2400" dirty="0"/>
              <a:t> позволило реализовать масштабируемую и удобную систему, которая может быть доработана и расширена в будущем, например, добавлением </a:t>
            </a:r>
            <a:r>
              <a:rPr lang="ru-RU" sz="2400" dirty="0" smtClean="0"/>
              <a:t>аналитики </a:t>
            </a:r>
            <a:r>
              <a:rPr lang="ru-RU" sz="2400" dirty="0"/>
              <a:t>и офлайн-режима.</a:t>
            </a:r>
          </a:p>
        </p:txBody>
      </p:sp>
    </p:spTree>
    <p:extLst>
      <p:ext uri="{BB962C8B-B14F-4D97-AF65-F5344CB8AC3E}">
        <p14:creationId xmlns:p14="http://schemas.microsoft.com/office/powerpoint/2010/main" val="83316184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500</TotalTime>
  <Words>392</Words>
  <Application>Microsoft Office PowerPoint</Application>
  <PresentationFormat>Широкоэкранный</PresentationFormat>
  <Paragraphs>39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Мобильное приложение ветеринарной клиники</vt:lpstr>
      <vt:lpstr>Содержание</vt:lpstr>
      <vt:lpstr>Проблема</vt:lpstr>
      <vt:lpstr>Цель</vt:lpstr>
      <vt:lpstr>Задачи</vt:lpstr>
      <vt:lpstr>Описание приложения</vt:lpstr>
      <vt:lpstr>Анализ существующих решений</vt:lpstr>
      <vt:lpstr>Технологический стек для написания приложения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Ольга Кириллова</cp:lastModifiedBy>
  <cp:revision>19</cp:revision>
  <dcterms:created xsi:type="dcterms:W3CDTF">2025-09-10T07:32:49Z</dcterms:created>
  <dcterms:modified xsi:type="dcterms:W3CDTF">2025-12-17T18:40:43Z</dcterms:modified>
</cp:coreProperties>
</file>